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1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55828E-B772-408D-823F-8F0274024058}" v="52" dt="2025-11-30T19:23:03.6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31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in Lightfoot" userId="7c82739a9c44d150" providerId="LiveId" clId="{9224CE54-E61D-426F-9E76-5625A975DB85}"/>
    <pc:docChg chg="undo custSel addSld modSld">
      <pc:chgData name="Colin Lightfoot" userId="7c82739a9c44d150" providerId="LiveId" clId="{9224CE54-E61D-426F-9E76-5625A975DB85}" dt="2025-11-30T19:28:08.580" v="3070" actId="14100"/>
      <pc:docMkLst>
        <pc:docMk/>
      </pc:docMkLst>
      <pc:sldChg chg="modSp mod">
        <pc:chgData name="Colin Lightfoot" userId="7c82739a9c44d150" providerId="LiveId" clId="{9224CE54-E61D-426F-9E76-5625A975DB85}" dt="2025-11-29T23:59:48.602" v="1630" actId="1076"/>
        <pc:sldMkLst>
          <pc:docMk/>
          <pc:sldMk cId="2831339054" sldId="256"/>
        </pc:sldMkLst>
        <pc:spChg chg="mod">
          <ac:chgData name="Colin Lightfoot" userId="7c82739a9c44d150" providerId="LiveId" clId="{9224CE54-E61D-426F-9E76-5625A975DB85}" dt="2025-11-29T23:59:48.602" v="1630" actId="1076"/>
          <ac:spMkLst>
            <pc:docMk/>
            <pc:sldMk cId="2831339054" sldId="256"/>
            <ac:spMk id="2" creationId="{FA01A6E2-E05A-F2B0-4F76-AAF3A680F7D8}"/>
          </ac:spMkLst>
        </pc:spChg>
      </pc:sldChg>
      <pc:sldChg chg="modSp new mod">
        <pc:chgData name="Colin Lightfoot" userId="7c82739a9c44d150" providerId="LiveId" clId="{9224CE54-E61D-426F-9E76-5625A975DB85}" dt="2025-11-29T23:26:37.602" v="490" actId="20577"/>
        <pc:sldMkLst>
          <pc:docMk/>
          <pc:sldMk cId="3183903518" sldId="257"/>
        </pc:sldMkLst>
        <pc:spChg chg="mod">
          <ac:chgData name="Colin Lightfoot" userId="7c82739a9c44d150" providerId="LiveId" clId="{9224CE54-E61D-426F-9E76-5625A975DB85}" dt="2025-11-29T23:22:31.270" v="198" actId="20577"/>
          <ac:spMkLst>
            <pc:docMk/>
            <pc:sldMk cId="3183903518" sldId="257"/>
            <ac:spMk id="2" creationId="{6110E1C0-398A-9017-66A6-6FB0F3C6A317}"/>
          </ac:spMkLst>
        </pc:spChg>
        <pc:spChg chg="mod">
          <ac:chgData name="Colin Lightfoot" userId="7c82739a9c44d150" providerId="LiveId" clId="{9224CE54-E61D-426F-9E76-5625A975DB85}" dt="2025-11-29T23:26:37.602" v="490" actId="20577"/>
          <ac:spMkLst>
            <pc:docMk/>
            <pc:sldMk cId="3183903518" sldId="257"/>
            <ac:spMk id="3" creationId="{9959FA2D-C4E1-3DE3-8D97-1857E9569562}"/>
          </ac:spMkLst>
        </pc:spChg>
      </pc:sldChg>
      <pc:sldChg chg="modSp new mod">
        <pc:chgData name="Colin Lightfoot" userId="7c82739a9c44d150" providerId="LiveId" clId="{9224CE54-E61D-426F-9E76-5625A975DB85}" dt="2025-11-29T23:28:55.693" v="905" actId="20577"/>
        <pc:sldMkLst>
          <pc:docMk/>
          <pc:sldMk cId="2206355635" sldId="258"/>
        </pc:sldMkLst>
        <pc:spChg chg="mod">
          <ac:chgData name="Colin Lightfoot" userId="7c82739a9c44d150" providerId="LiveId" clId="{9224CE54-E61D-426F-9E76-5625A975DB85}" dt="2025-11-29T23:24:07.918" v="430" actId="20577"/>
          <ac:spMkLst>
            <pc:docMk/>
            <pc:sldMk cId="2206355635" sldId="258"/>
            <ac:spMk id="2" creationId="{2D413D53-18D7-D8AD-CE5D-0AFF061E9C56}"/>
          </ac:spMkLst>
        </pc:spChg>
        <pc:spChg chg="mod">
          <ac:chgData name="Colin Lightfoot" userId="7c82739a9c44d150" providerId="LiveId" clId="{9224CE54-E61D-426F-9E76-5625A975DB85}" dt="2025-11-29T23:28:55.693" v="905" actId="20577"/>
          <ac:spMkLst>
            <pc:docMk/>
            <pc:sldMk cId="2206355635" sldId="258"/>
            <ac:spMk id="3" creationId="{69995AAD-22D7-2DE4-473B-426CB48360A4}"/>
          </ac:spMkLst>
        </pc:spChg>
      </pc:sldChg>
      <pc:sldChg chg="modSp new mod">
        <pc:chgData name="Colin Lightfoot" userId="7c82739a9c44d150" providerId="LiveId" clId="{9224CE54-E61D-426F-9E76-5625A975DB85}" dt="2025-11-29T23:26:11.346" v="484" actId="14100"/>
        <pc:sldMkLst>
          <pc:docMk/>
          <pc:sldMk cId="3989511314" sldId="259"/>
        </pc:sldMkLst>
        <pc:spChg chg="mod">
          <ac:chgData name="Colin Lightfoot" userId="7c82739a9c44d150" providerId="LiveId" clId="{9224CE54-E61D-426F-9E76-5625A975DB85}" dt="2025-11-29T23:24:43.159" v="449" actId="20577"/>
          <ac:spMkLst>
            <pc:docMk/>
            <pc:sldMk cId="3989511314" sldId="259"/>
            <ac:spMk id="2" creationId="{8E9961E2-B4BB-ED9A-091D-716339C12DE4}"/>
          </ac:spMkLst>
        </pc:spChg>
        <pc:spChg chg="mod">
          <ac:chgData name="Colin Lightfoot" userId="7c82739a9c44d150" providerId="LiveId" clId="{9224CE54-E61D-426F-9E76-5625A975DB85}" dt="2025-11-29T23:26:11.346" v="484" actId="14100"/>
          <ac:spMkLst>
            <pc:docMk/>
            <pc:sldMk cId="3989511314" sldId="259"/>
            <ac:spMk id="3" creationId="{94944FA4-6565-38E5-0160-4003BBD29AC1}"/>
          </ac:spMkLst>
        </pc:spChg>
      </pc:sldChg>
      <pc:sldChg chg="addSp modSp new mod">
        <pc:chgData name="Colin Lightfoot" userId="7c82739a9c44d150" providerId="LiveId" clId="{9224CE54-E61D-426F-9E76-5625A975DB85}" dt="2025-11-29T23:44:14.080" v="1124" actId="1076"/>
        <pc:sldMkLst>
          <pc:docMk/>
          <pc:sldMk cId="3977645069" sldId="260"/>
        </pc:sldMkLst>
        <pc:spChg chg="mod">
          <ac:chgData name="Colin Lightfoot" userId="7c82739a9c44d150" providerId="LiveId" clId="{9224CE54-E61D-426F-9E76-5625A975DB85}" dt="2025-11-29T23:29:33.030" v="951" actId="20577"/>
          <ac:spMkLst>
            <pc:docMk/>
            <pc:sldMk cId="3977645069" sldId="260"/>
            <ac:spMk id="2" creationId="{5E18FD01-2CFC-AA31-9322-0379AB1DF629}"/>
          </ac:spMkLst>
        </pc:spChg>
        <pc:spChg chg="mod">
          <ac:chgData name="Colin Lightfoot" userId="7c82739a9c44d150" providerId="LiveId" clId="{9224CE54-E61D-426F-9E76-5625A975DB85}" dt="2025-11-29T23:43:40.625" v="1120"/>
          <ac:spMkLst>
            <pc:docMk/>
            <pc:sldMk cId="3977645069" sldId="260"/>
            <ac:spMk id="3" creationId="{97B0CA28-7E87-20FE-9D93-BA6AA0E232FF}"/>
          </ac:spMkLst>
        </pc:spChg>
        <pc:picChg chg="add mod">
          <ac:chgData name="Colin Lightfoot" userId="7c82739a9c44d150" providerId="LiveId" clId="{9224CE54-E61D-426F-9E76-5625A975DB85}" dt="2025-11-29T23:44:09.912" v="1122" actId="1076"/>
          <ac:picMkLst>
            <pc:docMk/>
            <pc:sldMk cId="3977645069" sldId="260"/>
            <ac:picMk id="5" creationId="{8DBF6514-466A-B0D5-3F4D-FBB46E3B0F33}"/>
          </ac:picMkLst>
        </pc:picChg>
        <pc:picChg chg="add mod">
          <ac:chgData name="Colin Lightfoot" userId="7c82739a9c44d150" providerId="LiveId" clId="{9224CE54-E61D-426F-9E76-5625A975DB85}" dt="2025-11-29T23:44:14.080" v="1124" actId="1076"/>
          <ac:picMkLst>
            <pc:docMk/>
            <pc:sldMk cId="3977645069" sldId="260"/>
            <ac:picMk id="7" creationId="{FAF4B53E-2C6F-6311-42A7-CFEB7A0D8CF4}"/>
          </ac:picMkLst>
        </pc:picChg>
      </pc:sldChg>
      <pc:sldChg chg="addSp delSp modSp new mod">
        <pc:chgData name="Colin Lightfoot" userId="7c82739a9c44d150" providerId="LiveId" clId="{9224CE54-E61D-426F-9E76-5625A975DB85}" dt="2025-11-29T23:50:34.159" v="1305" actId="20577"/>
        <pc:sldMkLst>
          <pc:docMk/>
          <pc:sldMk cId="2172696926" sldId="261"/>
        </pc:sldMkLst>
        <pc:spChg chg="mod">
          <ac:chgData name="Colin Lightfoot" userId="7c82739a9c44d150" providerId="LiveId" clId="{9224CE54-E61D-426F-9E76-5625A975DB85}" dt="2025-11-29T23:44:49.776" v="1142" actId="20577"/>
          <ac:spMkLst>
            <pc:docMk/>
            <pc:sldMk cId="2172696926" sldId="261"/>
            <ac:spMk id="2" creationId="{46AC7708-9B42-A5C3-2FF6-22A30BC8106B}"/>
          </ac:spMkLst>
        </pc:spChg>
        <pc:spChg chg="mod">
          <ac:chgData name="Colin Lightfoot" userId="7c82739a9c44d150" providerId="LiveId" clId="{9224CE54-E61D-426F-9E76-5625A975DB85}" dt="2025-11-29T23:50:34.159" v="1305" actId="20577"/>
          <ac:spMkLst>
            <pc:docMk/>
            <pc:sldMk cId="2172696926" sldId="261"/>
            <ac:spMk id="3" creationId="{890720C5-7C4B-42C8-02B6-884312BD4125}"/>
          </ac:spMkLst>
        </pc:spChg>
        <pc:spChg chg="add del mod">
          <ac:chgData name="Colin Lightfoot" userId="7c82739a9c44d150" providerId="LiveId" clId="{9224CE54-E61D-426F-9E76-5625A975DB85}" dt="2025-11-29T23:47:08.715" v="1146" actId="478"/>
          <ac:spMkLst>
            <pc:docMk/>
            <pc:sldMk cId="2172696926" sldId="261"/>
            <ac:spMk id="4" creationId="{2B9D1DAB-BC34-7A65-BF05-2F3B30AAABFD}"/>
          </ac:spMkLst>
        </pc:spChg>
        <pc:picChg chg="add del mod">
          <ac:chgData name="Colin Lightfoot" userId="7c82739a9c44d150" providerId="LiveId" clId="{9224CE54-E61D-426F-9E76-5625A975DB85}" dt="2025-11-29T23:48:04.349" v="1149" actId="478"/>
          <ac:picMkLst>
            <pc:docMk/>
            <pc:sldMk cId="2172696926" sldId="261"/>
            <ac:picMk id="6" creationId="{06AB8052-54FB-1D91-6E1B-DD7A8096692C}"/>
          </ac:picMkLst>
        </pc:picChg>
      </pc:sldChg>
      <pc:sldChg chg="addSp delSp modSp new mod modClrScheme chgLayout">
        <pc:chgData name="Colin Lightfoot" userId="7c82739a9c44d150" providerId="LiveId" clId="{9224CE54-E61D-426F-9E76-5625A975DB85}" dt="2025-11-29T23:55:43.981" v="1515" actId="14100"/>
        <pc:sldMkLst>
          <pc:docMk/>
          <pc:sldMk cId="4102758326" sldId="262"/>
        </pc:sldMkLst>
        <pc:spChg chg="mod ord">
          <ac:chgData name="Colin Lightfoot" userId="7c82739a9c44d150" providerId="LiveId" clId="{9224CE54-E61D-426F-9E76-5625A975DB85}" dt="2025-11-29T23:53:28.705" v="1395" actId="700"/>
          <ac:spMkLst>
            <pc:docMk/>
            <pc:sldMk cId="4102758326" sldId="262"/>
            <ac:spMk id="2" creationId="{F7719043-4C03-684C-A118-3CDB482A1FAB}"/>
          </ac:spMkLst>
        </pc:spChg>
        <pc:spChg chg="mod ord">
          <ac:chgData name="Colin Lightfoot" userId="7c82739a9c44d150" providerId="LiveId" clId="{9224CE54-E61D-426F-9E76-5625A975DB85}" dt="2025-11-29T23:55:00.189" v="1497" actId="20577"/>
          <ac:spMkLst>
            <pc:docMk/>
            <pc:sldMk cId="4102758326" sldId="262"/>
            <ac:spMk id="3" creationId="{540FB797-D985-E54B-37B1-E301DF6BC1D4}"/>
          </ac:spMkLst>
        </pc:spChg>
        <pc:spChg chg="add">
          <ac:chgData name="Colin Lightfoot" userId="7c82739a9c44d150" providerId="LiveId" clId="{9224CE54-E61D-426F-9E76-5625A975DB85}" dt="2025-11-29T23:51:10.908" v="1357"/>
          <ac:spMkLst>
            <pc:docMk/>
            <pc:sldMk cId="4102758326" sldId="262"/>
            <ac:spMk id="4" creationId="{F5A4DD03-F25D-C2D5-0FE2-0AA668AB0186}"/>
          </ac:spMkLst>
        </pc:spChg>
        <pc:spChg chg="add">
          <ac:chgData name="Colin Lightfoot" userId="7c82739a9c44d150" providerId="LiveId" clId="{9224CE54-E61D-426F-9E76-5625A975DB85}" dt="2025-11-29T23:51:13.573" v="1358"/>
          <ac:spMkLst>
            <pc:docMk/>
            <pc:sldMk cId="4102758326" sldId="262"/>
            <ac:spMk id="5" creationId="{8F900D34-A9D1-9A21-740C-FC9D259BEBAA}"/>
          </ac:spMkLst>
        </pc:spChg>
        <pc:spChg chg="add">
          <ac:chgData name="Colin Lightfoot" userId="7c82739a9c44d150" providerId="LiveId" clId="{9224CE54-E61D-426F-9E76-5625A975DB85}" dt="2025-11-29T23:51:20.291" v="1359"/>
          <ac:spMkLst>
            <pc:docMk/>
            <pc:sldMk cId="4102758326" sldId="262"/>
            <ac:spMk id="6" creationId="{5060BCEC-69E3-8F76-2014-E9CC1AC2DED2}"/>
          </ac:spMkLst>
        </pc:spChg>
        <pc:spChg chg="add mod ord">
          <ac:chgData name="Colin Lightfoot" userId="7c82739a9c44d150" providerId="LiveId" clId="{9224CE54-E61D-426F-9E76-5625A975DB85}" dt="2025-11-29T23:55:43.981" v="1515" actId="14100"/>
          <ac:spMkLst>
            <pc:docMk/>
            <pc:sldMk cId="4102758326" sldId="262"/>
            <ac:spMk id="15" creationId="{FCC2500E-975F-9F25-43E9-3F531A848C5E}"/>
          </ac:spMkLst>
        </pc:spChg>
        <pc:picChg chg="add mod">
          <ac:chgData name="Colin Lightfoot" userId="7c82739a9c44d150" providerId="LiveId" clId="{9224CE54-E61D-426F-9E76-5625A975DB85}" dt="2025-11-29T23:55:40.037" v="1514" actId="1076"/>
          <ac:picMkLst>
            <pc:docMk/>
            <pc:sldMk cId="4102758326" sldId="262"/>
            <ac:picMk id="8" creationId="{7DB39EFE-637E-8439-09DC-028DD9F8DEC6}"/>
          </ac:picMkLst>
        </pc:picChg>
        <pc:picChg chg="add mod">
          <ac:chgData name="Colin Lightfoot" userId="7c82739a9c44d150" providerId="LiveId" clId="{9224CE54-E61D-426F-9E76-5625A975DB85}" dt="2025-11-29T23:53:59.995" v="1435" actId="1076"/>
          <ac:picMkLst>
            <pc:docMk/>
            <pc:sldMk cId="4102758326" sldId="262"/>
            <ac:picMk id="10" creationId="{C21CAD1B-7818-515F-FB91-CD8DD51C280B}"/>
          </ac:picMkLst>
        </pc:picChg>
        <pc:picChg chg="add mod">
          <ac:chgData name="Colin Lightfoot" userId="7c82739a9c44d150" providerId="LiveId" clId="{9224CE54-E61D-426F-9E76-5625A975DB85}" dt="2025-11-29T23:53:56.275" v="1433" actId="1076"/>
          <ac:picMkLst>
            <pc:docMk/>
            <pc:sldMk cId="4102758326" sldId="262"/>
            <ac:picMk id="12" creationId="{514B64AE-51AC-CA67-2959-C1519306ED30}"/>
          </ac:picMkLst>
        </pc:picChg>
        <pc:picChg chg="add mod">
          <ac:chgData name="Colin Lightfoot" userId="7c82739a9c44d150" providerId="LiveId" clId="{9224CE54-E61D-426F-9E76-5625A975DB85}" dt="2025-11-29T23:53:58.211" v="1434" actId="1076"/>
          <ac:picMkLst>
            <pc:docMk/>
            <pc:sldMk cId="4102758326" sldId="262"/>
            <ac:picMk id="14" creationId="{8EC6450F-3B5F-2417-E40A-7C49BB656C39}"/>
          </ac:picMkLst>
        </pc:picChg>
        <pc:picChg chg="add mod">
          <ac:chgData name="Colin Lightfoot" userId="7c82739a9c44d150" providerId="LiveId" clId="{9224CE54-E61D-426F-9E76-5625A975DB85}" dt="2025-11-29T23:54:21.051" v="1443" actId="1076"/>
          <ac:picMkLst>
            <pc:docMk/>
            <pc:sldMk cId="4102758326" sldId="262"/>
            <ac:picMk id="17" creationId="{1F3B5AB3-1366-D7D6-342E-D18ECA83AC1A}"/>
          </ac:picMkLst>
        </pc:picChg>
        <pc:picChg chg="add del mod">
          <ac:chgData name="Colin Lightfoot" userId="7c82739a9c44d150" providerId="LiveId" clId="{9224CE54-E61D-426F-9E76-5625A975DB85}" dt="2025-11-29T23:54:26.573" v="1445" actId="478"/>
          <ac:picMkLst>
            <pc:docMk/>
            <pc:sldMk cId="4102758326" sldId="262"/>
            <ac:picMk id="18" creationId="{F2F53153-0403-EFAF-F1EB-B6EE842EF081}"/>
          </ac:picMkLst>
        </pc:picChg>
        <pc:picChg chg="add mod">
          <ac:chgData name="Colin Lightfoot" userId="7c82739a9c44d150" providerId="LiveId" clId="{9224CE54-E61D-426F-9E76-5625A975DB85}" dt="2025-11-29T23:55:38.237" v="1513" actId="1076"/>
          <ac:picMkLst>
            <pc:docMk/>
            <pc:sldMk cId="4102758326" sldId="262"/>
            <ac:picMk id="20" creationId="{BF7E4853-F1E7-6D80-C689-081BB5F38BE9}"/>
          </ac:picMkLst>
        </pc:picChg>
        <pc:picChg chg="add mod">
          <ac:chgData name="Colin Lightfoot" userId="7c82739a9c44d150" providerId="LiveId" clId="{9224CE54-E61D-426F-9E76-5625A975DB85}" dt="2025-11-29T23:55:18.981" v="1505" actId="1076"/>
          <ac:picMkLst>
            <pc:docMk/>
            <pc:sldMk cId="4102758326" sldId="262"/>
            <ac:picMk id="22" creationId="{2F3BF1A0-6E89-8038-10DB-74B686196972}"/>
          </ac:picMkLst>
        </pc:picChg>
        <pc:picChg chg="add mod">
          <ac:chgData name="Colin Lightfoot" userId="7c82739a9c44d150" providerId="LiveId" clId="{9224CE54-E61D-426F-9E76-5625A975DB85}" dt="2025-11-29T23:55:30.461" v="1509" actId="14100"/>
          <ac:picMkLst>
            <pc:docMk/>
            <pc:sldMk cId="4102758326" sldId="262"/>
            <ac:picMk id="24" creationId="{58FA50BC-FE0D-0ECD-DA2E-2CFC2127FC87}"/>
          </ac:picMkLst>
        </pc:picChg>
        <pc:picChg chg="add mod">
          <ac:chgData name="Colin Lightfoot" userId="7c82739a9c44d150" providerId="LiveId" clId="{9224CE54-E61D-426F-9E76-5625A975DB85}" dt="2025-11-29T23:55:35.813" v="1512" actId="1076"/>
          <ac:picMkLst>
            <pc:docMk/>
            <pc:sldMk cId="4102758326" sldId="262"/>
            <ac:picMk id="26" creationId="{C1D0424F-7F65-E2EE-F919-3A5DEDBB6D83}"/>
          </ac:picMkLst>
        </pc:picChg>
      </pc:sldChg>
      <pc:sldChg chg="addSp delSp modSp new mod modClrScheme chgLayout">
        <pc:chgData name="Colin Lightfoot" userId="7c82739a9c44d150" providerId="LiveId" clId="{9224CE54-E61D-426F-9E76-5625A975DB85}" dt="2025-11-29T23:58:27.592" v="1610" actId="20577"/>
        <pc:sldMkLst>
          <pc:docMk/>
          <pc:sldMk cId="357298073" sldId="263"/>
        </pc:sldMkLst>
        <pc:spChg chg="del mod ord">
          <ac:chgData name="Colin Lightfoot" userId="7c82739a9c44d150" providerId="LiveId" clId="{9224CE54-E61D-426F-9E76-5625A975DB85}" dt="2025-11-29T23:56:05.670" v="1517" actId="700"/>
          <ac:spMkLst>
            <pc:docMk/>
            <pc:sldMk cId="357298073" sldId="263"/>
            <ac:spMk id="2" creationId="{7BEDE6F9-FAAE-8378-131B-0524AEAA03F7}"/>
          </ac:spMkLst>
        </pc:spChg>
        <pc:spChg chg="del mod ord">
          <ac:chgData name="Colin Lightfoot" userId="7c82739a9c44d150" providerId="LiveId" clId="{9224CE54-E61D-426F-9E76-5625A975DB85}" dt="2025-11-29T23:56:05.670" v="1517" actId="700"/>
          <ac:spMkLst>
            <pc:docMk/>
            <pc:sldMk cId="357298073" sldId="263"/>
            <ac:spMk id="3" creationId="{CD68BA8B-86E8-BC40-BA10-081BF6C8BCBD}"/>
          </ac:spMkLst>
        </pc:spChg>
        <pc:spChg chg="del">
          <ac:chgData name="Colin Lightfoot" userId="7c82739a9c44d150" providerId="LiveId" clId="{9224CE54-E61D-426F-9E76-5625A975DB85}" dt="2025-11-29T23:56:05.670" v="1517" actId="700"/>
          <ac:spMkLst>
            <pc:docMk/>
            <pc:sldMk cId="357298073" sldId="263"/>
            <ac:spMk id="4" creationId="{61DE2936-EB9A-CBE4-C160-453FBC75C4F1}"/>
          </ac:spMkLst>
        </pc:spChg>
        <pc:spChg chg="add mod ord">
          <ac:chgData name="Colin Lightfoot" userId="7c82739a9c44d150" providerId="LiveId" clId="{9224CE54-E61D-426F-9E76-5625A975DB85}" dt="2025-11-29T23:56:18.318" v="1548" actId="20577"/>
          <ac:spMkLst>
            <pc:docMk/>
            <pc:sldMk cId="357298073" sldId="263"/>
            <ac:spMk id="5" creationId="{519389A3-B70A-5A7F-FA2B-1D68C0DE9F97}"/>
          </ac:spMkLst>
        </pc:spChg>
        <pc:spChg chg="add mod ord">
          <ac:chgData name="Colin Lightfoot" userId="7c82739a9c44d150" providerId="LiveId" clId="{9224CE54-E61D-426F-9E76-5625A975DB85}" dt="2025-11-29T23:58:27.592" v="1610" actId="20577"/>
          <ac:spMkLst>
            <pc:docMk/>
            <pc:sldMk cId="357298073" sldId="263"/>
            <ac:spMk id="6" creationId="{F68BFA83-8DB9-4614-F0A6-A0A71207F949}"/>
          </ac:spMkLst>
        </pc:spChg>
        <pc:picChg chg="add mod">
          <ac:chgData name="Colin Lightfoot" userId="7c82739a9c44d150" providerId="LiveId" clId="{9224CE54-E61D-426F-9E76-5625A975DB85}" dt="2025-11-29T23:57:08.967" v="1574" actId="14100"/>
          <ac:picMkLst>
            <pc:docMk/>
            <pc:sldMk cId="357298073" sldId="263"/>
            <ac:picMk id="8" creationId="{A01B4ADC-1C3B-ED8D-DC59-BD3AA7BB06D4}"/>
          </ac:picMkLst>
        </pc:picChg>
      </pc:sldChg>
      <pc:sldChg chg="addSp delSp modSp new mod">
        <pc:chgData name="Colin Lightfoot" userId="7c82739a9c44d150" providerId="LiveId" clId="{9224CE54-E61D-426F-9E76-5625A975DB85}" dt="2025-11-29T23:59:03.698" v="1612" actId="13926"/>
        <pc:sldMkLst>
          <pc:docMk/>
          <pc:sldMk cId="2473349089" sldId="264"/>
        </pc:sldMkLst>
        <pc:spChg chg="mod">
          <ac:chgData name="Colin Lightfoot" userId="7c82739a9c44d150" providerId="LiveId" clId="{9224CE54-E61D-426F-9E76-5625A975DB85}" dt="2025-11-29T23:57:25.383" v="1601" actId="20577"/>
          <ac:spMkLst>
            <pc:docMk/>
            <pc:sldMk cId="2473349089" sldId="264"/>
            <ac:spMk id="2" creationId="{52624834-B3F1-5B73-5ECC-FFC51E9F0AC8}"/>
          </ac:spMkLst>
        </pc:spChg>
        <pc:spChg chg="del">
          <ac:chgData name="Colin Lightfoot" userId="7c82739a9c44d150" providerId="LiveId" clId="{9224CE54-E61D-426F-9E76-5625A975DB85}" dt="2025-11-29T23:57:35.466" v="1602"/>
          <ac:spMkLst>
            <pc:docMk/>
            <pc:sldMk cId="2473349089" sldId="264"/>
            <ac:spMk id="3" creationId="{6D1A87CD-6C94-C241-697C-B61D0D4CB807}"/>
          </ac:spMkLst>
        </pc:spChg>
        <pc:graphicFrameChg chg="add mod modGraphic">
          <ac:chgData name="Colin Lightfoot" userId="7c82739a9c44d150" providerId="LiveId" clId="{9224CE54-E61D-426F-9E76-5625A975DB85}" dt="2025-11-29T23:59:03.698" v="1612" actId="13926"/>
          <ac:graphicFrameMkLst>
            <pc:docMk/>
            <pc:sldMk cId="2473349089" sldId="264"/>
            <ac:graphicFrameMk id="4" creationId="{24802233-18DF-029F-0653-7AC5AB385B51}"/>
          </ac:graphicFrameMkLst>
        </pc:graphicFrameChg>
        <pc:picChg chg="add mod">
          <ac:chgData name="Colin Lightfoot" userId="7c82739a9c44d150" providerId="LiveId" clId="{9224CE54-E61D-426F-9E76-5625A975DB85}" dt="2025-11-29T23:57:48.232" v="1606" actId="1076"/>
          <ac:picMkLst>
            <pc:docMk/>
            <pc:sldMk cId="2473349089" sldId="264"/>
            <ac:picMk id="6" creationId="{62D8E658-6EC7-3B8E-C968-499C8A0EC3C7}"/>
          </ac:picMkLst>
        </pc:picChg>
      </pc:sldChg>
      <pc:sldChg chg="addSp delSp modSp new mod modNotesTx">
        <pc:chgData name="Colin Lightfoot" userId="7c82739a9c44d150" providerId="LiveId" clId="{9224CE54-E61D-426F-9E76-5625A975DB85}" dt="2025-11-30T00:01:28.492" v="1683" actId="20577"/>
        <pc:sldMkLst>
          <pc:docMk/>
          <pc:sldMk cId="1961436190" sldId="265"/>
        </pc:sldMkLst>
        <pc:spChg chg="mod">
          <ac:chgData name="Colin Lightfoot" userId="7c82739a9c44d150" providerId="LiveId" clId="{9224CE54-E61D-426F-9E76-5625A975DB85}" dt="2025-11-29T23:59:19.209" v="1627" actId="20577"/>
          <ac:spMkLst>
            <pc:docMk/>
            <pc:sldMk cId="1961436190" sldId="265"/>
            <ac:spMk id="2" creationId="{3CABFC62-35B3-64D2-7D32-7BCF09819C8C}"/>
          </ac:spMkLst>
        </pc:spChg>
        <pc:spChg chg="del">
          <ac:chgData name="Colin Lightfoot" userId="7c82739a9c44d150" providerId="LiveId" clId="{9224CE54-E61D-426F-9E76-5625A975DB85}" dt="2025-11-30T00:00:29.635" v="1631"/>
          <ac:spMkLst>
            <pc:docMk/>
            <pc:sldMk cId="1961436190" sldId="265"/>
            <ac:spMk id="3" creationId="{F3212FF5-E2BE-AA0B-DA6D-BB31A67C1467}"/>
          </ac:spMkLst>
        </pc:spChg>
        <pc:spChg chg="add">
          <ac:chgData name="Colin Lightfoot" userId="7c82739a9c44d150" providerId="LiveId" clId="{9224CE54-E61D-426F-9E76-5625A975DB85}" dt="2025-11-30T00:01:03.936" v="1659"/>
          <ac:spMkLst>
            <pc:docMk/>
            <pc:sldMk cId="1961436190" sldId="265"/>
            <ac:spMk id="8" creationId="{5431C1AD-6D02-5D3B-31E6-31DC81976C2B}"/>
          </ac:spMkLst>
        </pc:spChg>
        <pc:picChg chg="add mod">
          <ac:chgData name="Colin Lightfoot" userId="7c82739a9c44d150" providerId="LiveId" clId="{9224CE54-E61D-426F-9E76-5625A975DB85}" dt="2025-11-30T00:00:38.619" v="1635" actId="1076"/>
          <ac:picMkLst>
            <pc:docMk/>
            <pc:sldMk cId="1961436190" sldId="265"/>
            <ac:picMk id="5" creationId="{A5FD541F-F1E0-8316-B8C1-4F6DC0B15D2D}"/>
          </ac:picMkLst>
        </pc:picChg>
        <pc:picChg chg="add mod">
          <ac:chgData name="Colin Lightfoot" userId="7c82739a9c44d150" providerId="LiveId" clId="{9224CE54-E61D-426F-9E76-5625A975DB85}" dt="2025-11-30T00:00:40.923" v="1636" actId="1076"/>
          <ac:picMkLst>
            <pc:docMk/>
            <pc:sldMk cId="1961436190" sldId="265"/>
            <ac:picMk id="7" creationId="{EF124206-BC43-DE84-1097-DBEE059536DC}"/>
          </ac:picMkLst>
        </pc:picChg>
      </pc:sldChg>
      <pc:sldChg chg="addSp delSp modSp new mod">
        <pc:chgData name="Colin Lightfoot" userId="7c82739a9c44d150" providerId="LiveId" clId="{9224CE54-E61D-426F-9E76-5625A975DB85}" dt="2025-11-30T19:15:04.261" v="1811" actId="20577"/>
        <pc:sldMkLst>
          <pc:docMk/>
          <pc:sldMk cId="906085266" sldId="266"/>
        </pc:sldMkLst>
        <pc:spChg chg="mod">
          <ac:chgData name="Colin Lightfoot" userId="7c82739a9c44d150" providerId="LiveId" clId="{9224CE54-E61D-426F-9E76-5625A975DB85}" dt="2025-11-30T19:13:35.357" v="1684" actId="20577"/>
          <ac:spMkLst>
            <pc:docMk/>
            <pc:sldMk cId="906085266" sldId="266"/>
            <ac:spMk id="2" creationId="{B30F5F97-DD92-C5FA-8F75-FDA068F62ADA}"/>
          </ac:spMkLst>
        </pc:spChg>
        <pc:spChg chg="add del mod">
          <ac:chgData name="Colin Lightfoot" userId="7c82739a9c44d150" providerId="LiveId" clId="{9224CE54-E61D-426F-9E76-5625A975DB85}" dt="2025-11-30T19:15:04.261" v="1811" actId="20577"/>
          <ac:spMkLst>
            <pc:docMk/>
            <pc:sldMk cId="906085266" sldId="266"/>
            <ac:spMk id="3" creationId="{A880B6E5-8F14-BFF7-0825-61133E32C146}"/>
          </ac:spMkLst>
        </pc:spChg>
        <pc:picChg chg="add mod">
          <ac:chgData name="Colin Lightfoot" userId="7c82739a9c44d150" providerId="LiveId" clId="{9224CE54-E61D-426F-9E76-5625A975DB85}" dt="2025-11-30T19:14:18.958" v="1688"/>
          <ac:picMkLst>
            <pc:docMk/>
            <pc:sldMk cId="906085266" sldId="266"/>
            <ac:picMk id="5" creationId="{80A3976E-73C6-2D11-76B5-DCEDED0E5AF3}"/>
          </ac:picMkLst>
        </pc:picChg>
        <pc:picChg chg="add mod">
          <ac:chgData name="Colin Lightfoot" userId="7c82739a9c44d150" providerId="LiveId" clId="{9224CE54-E61D-426F-9E76-5625A975DB85}" dt="2025-11-30T19:14:45.284" v="1740" actId="1076"/>
          <ac:picMkLst>
            <pc:docMk/>
            <pc:sldMk cId="906085266" sldId="266"/>
            <ac:picMk id="7" creationId="{FBD3F186-E272-D4EB-4C14-84A5C7B9599F}"/>
          </ac:picMkLst>
        </pc:picChg>
      </pc:sldChg>
      <pc:sldChg chg="addSp modSp new mod">
        <pc:chgData name="Colin Lightfoot" userId="7c82739a9c44d150" providerId="LiveId" clId="{9224CE54-E61D-426F-9E76-5625A975DB85}" dt="2025-11-30T19:17:27.607" v="2034" actId="1076"/>
        <pc:sldMkLst>
          <pc:docMk/>
          <pc:sldMk cId="2677581141" sldId="267"/>
        </pc:sldMkLst>
        <pc:spChg chg="mod">
          <ac:chgData name="Colin Lightfoot" userId="7c82739a9c44d150" providerId="LiveId" clId="{9224CE54-E61D-426F-9E76-5625A975DB85}" dt="2025-11-30T19:15:14.597" v="1833" actId="20577"/>
          <ac:spMkLst>
            <pc:docMk/>
            <pc:sldMk cId="2677581141" sldId="267"/>
            <ac:spMk id="2" creationId="{A2BED541-0085-8662-F0A9-5622B7A7D2A6}"/>
          </ac:spMkLst>
        </pc:spChg>
        <pc:spChg chg="mod">
          <ac:chgData name="Colin Lightfoot" userId="7c82739a9c44d150" providerId="LiveId" clId="{9224CE54-E61D-426F-9E76-5625A975DB85}" dt="2025-11-30T19:17:27.607" v="2034" actId="1076"/>
          <ac:spMkLst>
            <pc:docMk/>
            <pc:sldMk cId="2677581141" sldId="267"/>
            <ac:spMk id="3" creationId="{502EEE00-10B3-4F23-407F-C08F61B286E2}"/>
          </ac:spMkLst>
        </pc:spChg>
        <pc:picChg chg="add mod">
          <ac:chgData name="Colin Lightfoot" userId="7c82739a9c44d150" providerId="LiveId" clId="{9224CE54-E61D-426F-9E76-5625A975DB85}" dt="2025-11-30T19:17:18.567" v="2031" actId="1076"/>
          <ac:picMkLst>
            <pc:docMk/>
            <pc:sldMk cId="2677581141" sldId="267"/>
            <ac:picMk id="5" creationId="{52038680-2DB3-D904-744A-BA64CBC82E1B}"/>
          </ac:picMkLst>
        </pc:picChg>
      </pc:sldChg>
      <pc:sldChg chg="modSp new mod">
        <pc:chgData name="Colin Lightfoot" userId="7c82739a9c44d150" providerId="LiveId" clId="{9224CE54-E61D-426F-9E76-5625A975DB85}" dt="2025-11-30T19:20:10.731" v="2336" actId="20577"/>
        <pc:sldMkLst>
          <pc:docMk/>
          <pc:sldMk cId="2634165545" sldId="268"/>
        </pc:sldMkLst>
        <pc:spChg chg="mod">
          <ac:chgData name="Colin Lightfoot" userId="7c82739a9c44d150" providerId="LiveId" clId="{9224CE54-E61D-426F-9E76-5625A975DB85}" dt="2025-11-30T19:17:44.456" v="2045" actId="20577"/>
          <ac:spMkLst>
            <pc:docMk/>
            <pc:sldMk cId="2634165545" sldId="268"/>
            <ac:spMk id="2" creationId="{9A3CEB49-705D-BA0A-9F25-3AC0E8CD8DEF}"/>
          </ac:spMkLst>
        </pc:spChg>
        <pc:spChg chg="mod">
          <ac:chgData name="Colin Lightfoot" userId="7c82739a9c44d150" providerId="LiveId" clId="{9224CE54-E61D-426F-9E76-5625A975DB85}" dt="2025-11-30T19:20:10.731" v="2336" actId="20577"/>
          <ac:spMkLst>
            <pc:docMk/>
            <pc:sldMk cId="2634165545" sldId="268"/>
            <ac:spMk id="3" creationId="{18E67038-B102-30EE-1C4F-516318EC0556}"/>
          </ac:spMkLst>
        </pc:spChg>
      </pc:sldChg>
      <pc:sldChg chg="modSp new mod">
        <pc:chgData name="Colin Lightfoot" userId="7c82739a9c44d150" providerId="LiveId" clId="{9224CE54-E61D-426F-9E76-5625A975DB85}" dt="2025-11-30T19:21:27.060" v="2611" actId="20577"/>
        <pc:sldMkLst>
          <pc:docMk/>
          <pc:sldMk cId="657130995" sldId="269"/>
        </pc:sldMkLst>
        <pc:spChg chg="mod">
          <ac:chgData name="Colin Lightfoot" userId="7c82739a9c44d150" providerId="LiveId" clId="{9224CE54-E61D-426F-9E76-5625A975DB85}" dt="2025-11-30T19:20:25.019" v="2348" actId="20577"/>
          <ac:spMkLst>
            <pc:docMk/>
            <pc:sldMk cId="657130995" sldId="269"/>
            <ac:spMk id="2" creationId="{73F07D86-FD11-AD67-2B20-59CB5800E1DE}"/>
          </ac:spMkLst>
        </pc:spChg>
        <pc:spChg chg="mod">
          <ac:chgData name="Colin Lightfoot" userId="7c82739a9c44d150" providerId="LiveId" clId="{9224CE54-E61D-426F-9E76-5625A975DB85}" dt="2025-11-30T19:21:27.060" v="2611" actId="20577"/>
          <ac:spMkLst>
            <pc:docMk/>
            <pc:sldMk cId="657130995" sldId="269"/>
            <ac:spMk id="3" creationId="{4FE964B7-34A9-75D4-257A-637EC682E9D4}"/>
          </ac:spMkLst>
        </pc:spChg>
      </pc:sldChg>
      <pc:sldChg chg="modSp new mod">
        <pc:chgData name="Colin Lightfoot" userId="7c82739a9c44d150" providerId="LiveId" clId="{9224CE54-E61D-426F-9E76-5625A975DB85}" dt="2025-11-30T19:28:08.580" v="3070" actId="14100"/>
        <pc:sldMkLst>
          <pc:docMk/>
          <pc:sldMk cId="4080242977" sldId="270"/>
        </pc:sldMkLst>
        <pc:spChg chg="mod">
          <ac:chgData name="Colin Lightfoot" userId="7c82739a9c44d150" providerId="LiveId" clId="{9224CE54-E61D-426F-9E76-5625A975DB85}" dt="2025-11-30T19:21:34.461" v="2625" actId="20577"/>
          <ac:spMkLst>
            <pc:docMk/>
            <pc:sldMk cId="4080242977" sldId="270"/>
            <ac:spMk id="2" creationId="{3F450D50-C33D-AEE5-4482-B802EC5B7A83}"/>
          </ac:spMkLst>
        </pc:spChg>
        <pc:spChg chg="mod">
          <ac:chgData name="Colin Lightfoot" userId="7c82739a9c44d150" providerId="LiveId" clId="{9224CE54-E61D-426F-9E76-5625A975DB85}" dt="2025-11-30T19:28:08.580" v="3070" actId="14100"/>
          <ac:spMkLst>
            <pc:docMk/>
            <pc:sldMk cId="4080242977" sldId="270"/>
            <ac:spMk id="3" creationId="{5354C1CB-0FD6-B3AF-4CC0-6B46A8FFDCF3}"/>
          </ac:spMkLst>
        </pc:spChg>
      </pc:sldChg>
      <pc:sldChg chg="addSp delSp modSp new mod">
        <pc:chgData name="Colin Lightfoot" userId="7c82739a9c44d150" providerId="LiveId" clId="{9224CE54-E61D-426F-9E76-5625A975DB85}" dt="2025-11-30T19:23:58.087" v="2787" actId="20577"/>
        <pc:sldMkLst>
          <pc:docMk/>
          <pc:sldMk cId="2964942846" sldId="271"/>
        </pc:sldMkLst>
        <pc:spChg chg="mod">
          <ac:chgData name="Colin Lightfoot" userId="7c82739a9c44d150" providerId="LiveId" clId="{9224CE54-E61D-426F-9E76-5625A975DB85}" dt="2025-11-30T19:22:55.142" v="2758" actId="20577"/>
          <ac:spMkLst>
            <pc:docMk/>
            <pc:sldMk cId="2964942846" sldId="271"/>
            <ac:spMk id="2" creationId="{C460B905-A9DD-E5B7-299E-83FE46F09032}"/>
          </ac:spMkLst>
        </pc:spChg>
        <pc:spChg chg="add del mod">
          <ac:chgData name="Colin Lightfoot" userId="7c82739a9c44d150" providerId="LiveId" clId="{9224CE54-E61D-426F-9E76-5625A975DB85}" dt="2025-11-30T19:23:58.087" v="2787" actId="20577"/>
          <ac:spMkLst>
            <pc:docMk/>
            <pc:sldMk cId="2964942846" sldId="271"/>
            <ac:spMk id="3" creationId="{025C6DB2-0554-3408-69A2-FF4BC5B59EAA}"/>
          </ac:spMkLst>
        </pc:spChg>
        <pc:spChg chg="add mod">
          <ac:chgData name="Colin Lightfoot" userId="7c82739a9c44d150" providerId="LiveId" clId="{9224CE54-E61D-426F-9E76-5625A975DB85}" dt="2025-11-30T19:23:03.647" v="2760"/>
          <ac:spMkLst>
            <pc:docMk/>
            <pc:sldMk cId="2964942846" sldId="271"/>
            <ac:spMk id="4" creationId="{B84479B3-74D1-DCA9-4289-3D6BC1BDED8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922A04-B243-420E-950A-346CEEE6120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D10072-8C08-4299-BB51-C75BEC3CB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703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FaceNet</a:t>
            </a:r>
            <a:r>
              <a:rPr lang="en-US" dirty="0"/>
              <a:t> and </a:t>
            </a:r>
            <a:r>
              <a:rPr lang="en-US" dirty="0" err="1"/>
              <a:t>ArcFace</a:t>
            </a:r>
            <a:r>
              <a:rPr lang="en-US" dirty="0"/>
              <a:t> degrade gracefully, </a:t>
            </a:r>
            <a:r>
              <a:rPr lang="en-US" dirty="0" err="1"/>
              <a:t>AdaFace</a:t>
            </a:r>
            <a:r>
              <a:rPr lang="en-US" dirty="0"/>
              <a:t> degrades more sharply, all models</a:t>
            </a:r>
            <a:r>
              <a:rPr lang="en-US"/>
              <a:t>’ robustness drop </a:t>
            </a:r>
            <a:r>
              <a:rPr lang="en-US" dirty="0"/>
              <a:t>significantly at blur r =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10072-8C08-4299-BB51-C75BEC3CB1F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987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67641-39A7-7308-8333-A0229F9D7E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DCC1C8-5953-59DB-0D12-8C2B34E153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5ABC9-F263-09F6-A292-4FB87D78E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A5A1-AFE0-4895-8906-4A566DAD63F1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09E64-092E-F91E-772C-8576D7C68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3A1C8-5AE1-8F78-4918-B38A39567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D5C-A5CC-44B6-B9AA-12578ED50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312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30BF2-A560-A70A-16F5-5D2A8F3D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0A40F-6948-D5B5-F8A3-AA93DD95E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000F5-56E9-6EFC-16F7-AC54761FF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A5A1-AFE0-4895-8906-4A566DAD63F1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97D84-3053-2473-10A8-3C3C490F0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110B3-3182-6AFF-F3E7-0BAD96F72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D5C-A5CC-44B6-B9AA-12578ED50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838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96ADE-9B79-6A56-4B3D-8B85E6A31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E335E-2CAD-07D9-5044-9F3CCE4F1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3D8D0-3B25-E472-9B50-3AB1109A6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A5A1-AFE0-4895-8906-4A566DAD63F1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871C4-5045-2F41-B4CD-7434227B5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B669D-0A3A-0FC8-6CF9-E9576D1FB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D5C-A5CC-44B6-B9AA-12578ED50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1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02A29-8C87-D71C-F9A7-201ADBB82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542D8-A88E-C086-3C26-E6F8B26D22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24D079-5DA6-3603-5D50-FEA2B627B7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9883B-068F-2A28-A5E3-AFC4C46A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A5A1-AFE0-4895-8906-4A566DAD63F1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F9009-B0E4-9A0E-6187-6562FD26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812CF3-6F61-5154-CCAB-B7EB755E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D5C-A5CC-44B6-B9AA-12578ED50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253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7AB59-9FB8-5D5E-9EE3-6DD4FA17E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A9F9DB-24F4-6AB5-6D88-8053CFDD2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8C8220-AEA2-53DA-250B-490F56F0D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D9A0DB-CC83-4243-FF84-276C3EB92A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689339-D68E-1094-3FAC-DD3592EF09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FA2838-FF47-7237-A9D7-8A9D3581C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A5A1-AFE0-4895-8906-4A566DAD63F1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E98E2F-698C-B0DB-D2BF-0748985DE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A1B244-D361-BEDF-6ABD-4DE75B930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D5C-A5CC-44B6-B9AA-12578ED50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687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C6F2B-23E3-430C-6D25-608E024C8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1965D5-D0AC-67A0-7CB6-7B3DC86C2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A5A1-AFE0-4895-8906-4A566DAD63F1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B3C928-FE3F-CF72-3DB2-019ECB104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201A40-476F-2988-BCF9-96622C545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D5C-A5CC-44B6-B9AA-12578ED50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835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A03FE0-B7AB-0B2A-F07F-862800621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A5A1-AFE0-4895-8906-4A566DAD63F1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F3EED9-C977-21E4-CDF5-F5BC92758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FE186-4584-A728-CBB1-0941B3BD2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D5C-A5CC-44B6-B9AA-12578ED50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262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02F9F-144A-F4D1-6781-F807AF84E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42EC8-EF4B-FE20-A63B-F26CD5C90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DA8EF-E64C-FB2D-3242-9E0640D02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19EA4-6AD1-451A-B1FB-9179806A1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A5A1-AFE0-4895-8906-4A566DAD63F1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F50E6-10CD-915A-9F6D-0B789E4E4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6484D-C179-6E4E-0F9E-EE5B3D198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D5C-A5CC-44B6-B9AA-12578ED50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674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64C9C-BDAC-8F25-60E9-F818BD433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E68B85-E8A2-5575-C3A5-454E3B8474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7A31BB-53C8-52C2-181F-6BD089204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26306-B9FF-0DB4-E9B3-F94722527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A5A1-AFE0-4895-8906-4A566DAD63F1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DB07A-C822-D027-EA47-A26D34C34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8B502C-358A-4B4A-97BC-496370696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D5C-A5CC-44B6-B9AA-12578ED50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669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72E13-4731-A5ED-A2A2-545F40D6C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2205F6-DB9A-7EB9-467F-F2CB2F0BEB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BF83B-E559-7285-2C82-D3A1B09B4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A5A1-AFE0-4895-8906-4A566DAD63F1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7D417-5521-709A-AE4F-79578FB1F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DDC77-ACA3-9C48-4E8F-20B42AE3D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D5C-A5CC-44B6-B9AA-12578ED50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568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106E0C-3D40-74C2-B323-0B26A0BEF0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9D8734-056C-0C75-8BDA-B80C87072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BF2C9-B4A0-5744-8F2D-CEEA7191E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A5A1-AFE0-4895-8906-4A566DAD63F1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DA635-7C20-F4A7-6DE8-BA93EFB96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EDA70-6663-9BB6-18F7-570112A68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B5D5C-A5CC-44B6-B9AA-12578ED50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597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B131D3-9940-5D0A-3FE3-855D8E383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FDCE3A-EAF6-B7DE-648D-074DD7C0D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C702C-23F1-76A9-03A7-66BACC6143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8A5A1-AFE0-4895-8906-4A566DAD63F1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29BDD-6FA6-1969-3FB3-336E71F7DD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B61F2-1873-A515-8413-74BB2C5A7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B5D5C-A5CC-44B6-B9AA-12578ED50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596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10" Type="http://schemas.openxmlformats.org/officeDocument/2006/relationships/image" Target="../media/image10.jpg"/><Relationship Id="rId4" Type="http://schemas.openxmlformats.org/officeDocument/2006/relationships/image" Target="../media/image4.jpg"/><Relationship Id="rId9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1A6E2-E05A-F2B0-4F76-AAF3A680F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8500" y="868362"/>
            <a:ext cx="10795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Robustness Comparison of State-of-the-Art Face Recognition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8BFBC-2711-7D7F-0050-6DE5418B65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FaceNet</a:t>
            </a:r>
            <a:r>
              <a:rPr lang="en-US" dirty="0"/>
              <a:t> vs. </a:t>
            </a:r>
            <a:r>
              <a:rPr lang="en-US" dirty="0" err="1"/>
              <a:t>ArcFace</a:t>
            </a:r>
            <a:r>
              <a:rPr lang="en-US" dirty="0"/>
              <a:t> vs. </a:t>
            </a:r>
            <a:r>
              <a:rPr lang="en-US" dirty="0" err="1"/>
              <a:t>AdaFace</a:t>
            </a:r>
            <a:r>
              <a:rPr lang="en-US" dirty="0"/>
              <a:t> on LFW with Robustness Evaluation</a:t>
            </a:r>
          </a:p>
          <a:p>
            <a:endParaRPr lang="en-US" dirty="0"/>
          </a:p>
          <a:p>
            <a:r>
              <a:rPr lang="en-US" dirty="0"/>
              <a:t>Camila Lightfoot, CS 480 Fall 2025</a:t>
            </a:r>
          </a:p>
        </p:txBody>
      </p:sp>
    </p:spTree>
    <p:extLst>
      <p:ext uri="{BB962C8B-B14F-4D97-AF65-F5344CB8AC3E}">
        <p14:creationId xmlns:p14="http://schemas.microsoft.com/office/powerpoint/2010/main" val="2831339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0E1C0-398A-9017-66A6-6FB0F3C6A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 Significance – Robust Facial Recognition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9FA2D-C4E1-3DE3-8D97-1857E9569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Increasingly used for authentication, surveillance, etc.</a:t>
            </a:r>
          </a:p>
          <a:p>
            <a:r>
              <a:rPr lang="en-US" dirty="0"/>
              <a:t>Photo robustness matters due to real-world image </a:t>
            </a:r>
            <a:r>
              <a:rPr lang="en-US" dirty="0" err="1"/>
              <a:t>degredation</a:t>
            </a:r>
            <a:endParaRPr lang="en-US" dirty="0"/>
          </a:p>
          <a:p>
            <a:r>
              <a:rPr lang="en-US" dirty="0"/>
              <a:t>Comparing the three most impactful face-embedding models under identical testing conditions demonstrates their validity</a:t>
            </a:r>
          </a:p>
        </p:txBody>
      </p:sp>
    </p:spTree>
    <p:extLst>
      <p:ext uri="{BB962C8B-B14F-4D97-AF65-F5344CB8AC3E}">
        <p14:creationId xmlns:p14="http://schemas.microsoft.com/office/powerpoint/2010/main" val="3183903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13D53-18D7-D8AD-CE5D-0AFF061E9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95AAD-22D7-2DE4-473B-426CB4836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Evaluate three </a:t>
            </a:r>
            <a:r>
              <a:rPr lang="en-US" dirty="0" err="1"/>
              <a:t>moden</a:t>
            </a:r>
            <a:r>
              <a:rPr lang="en-US" dirty="0"/>
              <a:t> face-embedding models</a:t>
            </a:r>
          </a:p>
          <a:p>
            <a:r>
              <a:rPr lang="en-US" dirty="0"/>
              <a:t>Benchmark using LFW [4], a standard verification dataset for facial recognition models, to develop a baseline for each model</a:t>
            </a:r>
          </a:p>
          <a:p>
            <a:r>
              <a:rPr lang="en-US" dirty="0"/>
              <a:t>Test each model under different, controlled </a:t>
            </a:r>
            <a:r>
              <a:rPr lang="en-US" dirty="0" err="1"/>
              <a:t>degredations</a:t>
            </a:r>
            <a:endParaRPr lang="en-US" dirty="0"/>
          </a:p>
          <a:p>
            <a:r>
              <a:rPr lang="en-US" dirty="0"/>
              <a:t>Compare and contrast each model using the test results </a:t>
            </a:r>
          </a:p>
        </p:txBody>
      </p:sp>
    </p:spTree>
    <p:extLst>
      <p:ext uri="{BB962C8B-B14F-4D97-AF65-F5344CB8AC3E}">
        <p14:creationId xmlns:p14="http://schemas.microsoft.com/office/powerpoint/2010/main" val="2206355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0B905-A9DD-E5B7-299E-83FE46F09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Evaluated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C6DB2-0554-3408-69A2-FF4BC5B59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50550" cy="4351338"/>
          </a:xfrm>
        </p:spPr>
        <p:txBody>
          <a:bodyPr/>
          <a:lstStyle/>
          <a:p>
            <a:r>
              <a:rPr lang="en-US" dirty="0" err="1"/>
              <a:t>FaceNet</a:t>
            </a:r>
            <a:r>
              <a:rPr lang="en-US" dirty="0"/>
              <a:t> [1]:triplet-loss embeddings, L2-normalized feature space</a:t>
            </a:r>
          </a:p>
          <a:p>
            <a:endParaRPr lang="en-US" dirty="0"/>
          </a:p>
          <a:p>
            <a:r>
              <a:rPr lang="en-US" dirty="0" err="1"/>
              <a:t>ArcFace</a:t>
            </a:r>
            <a:r>
              <a:rPr lang="en-US" dirty="0"/>
              <a:t> [2]: additive angular margin loss for discriminative embeddings</a:t>
            </a:r>
          </a:p>
          <a:p>
            <a:endParaRPr lang="en-US" dirty="0"/>
          </a:p>
          <a:p>
            <a:r>
              <a:rPr lang="en-US" dirty="0" err="1"/>
              <a:t>AdaFace</a:t>
            </a:r>
            <a:r>
              <a:rPr lang="en-US" dirty="0"/>
              <a:t> [3]: quality-adaptive margins (face quality-aware training)</a:t>
            </a:r>
          </a:p>
        </p:txBody>
      </p:sp>
    </p:spTree>
    <p:extLst>
      <p:ext uri="{BB962C8B-B14F-4D97-AF65-F5344CB8AC3E}">
        <p14:creationId xmlns:p14="http://schemas.microsoft.com/office/powerpoint/2010/main" val="2964942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8FD01-2CFC-AA31-9322-0379AB1D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“Labeled Faces in the Wild”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0CA28-7E87-20FE-9D93-BA6AA0E23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13,000+ face images of famous people</a:t>
            </a:r>
          </a:p>
          <a:p>
            <a:r>
              <a:rPr lang="en-US" dirty="0"/>
              <a:t>Pair classification (same vs different person) verification protocol</a:t>
            </a:r>
          </a:p>
          <a:p>
            <a:r>
              <a:rPr lang="en-US" dirty="0"/>
              <a:t>Preprocessing: deep funneled LFW, MTCNN alignment, 160×160 (</a:t>
            </a:r>
            <a:r>
              <a:rPr lang="en-US" dirty="0" err="1"/>
              <a:t>FaceNet</a:t>
            </a:r>
            <a:r>
              <a:rPr lang="en-US" dirty="0"/>
              <a:t>/</a:t>
            </a:r>
            <a:r>
              <a:rPr lang="en-US" dirty="0" err="1"/>
              <a:t>ArcFace</a:t>
            </a:r>
            <a:r>
              <a:rPr lang="en-US" dirty="0"/>
              <a:t>) and 112×112 (</a:t>
            </a:r>
            <a:r>
              <a:rPr lang="en-US" dirty="0" err="1"/>
              <a:t>AdaFace</a:t>
            </a:r>
            <a:r>
              <a:rPr lang="en-US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BF6514-466A-B0D5-3F4D-FBB46E3B0F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875" y="3795713"/>
            <a:ext cx="2381250" cy="2381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F4B53E-2C6F-6311-42A7-CFEB7A0D8C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075" y="3795713"/>
            <a:ext cx="238125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645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7708-9B42-A5C3-2FF6-22A30BC81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720C5-7C4B-42C8-02B6-884312BD4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Image pair → Detector/Aligner (MTCNN) → Model → Embeddings → Cosine Similarity → ROC/EER</a:t>
            </a:r>
          </a:p>
          <a:p>
            <a:r>
              <a:rPr lang="en-US" dirty="0"/>
              <a:t>All models evaluated using identical preprocessing</a:t>
            </a:r>
          </a:p>
          <a:p>
            <a:r>
              <a:rPr lang="en-US" dirty="0"/>
              <a:t>All embeddings were L2-normalized</a:t>
            </a:r>
          </a:p>
          <a:p>
            <a:r>
              <a:rPr lang="en-US" dirty="0"/>
              <a:t>ROC AUC and EER were the metrics being analyzed</a:t>
            </a:r>
          </a:p>
        </p:txBody>
      </p:sp>
    </p:spTree>
    <p:extLst>
      <p:ext uri="{BB962C8B-B14F-4D97-AF65-F5344CB8AC3E}">
        <p14:creationId xmlns:p14="http://schemas.microsoft.com/office/powerpoint/2010/main" val="2172696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19043-4C03-684C-A118-3CDB482A1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Robustness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FB797-D985-E54B-37B1-E301DF6BC1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900" y="1460500"/>
            <a:ext cx="6616700" cy="4716463"/>
          </a:xfrm>
        </p:spPr>
        <p:txBody>
          <a:bodyPr>
            <a:normAutofit/>
          </a:bodyPr>
          <a:lstStyle/>
          <a:p>
            <a:r>
              <a:rPr lang="en-US" dirty="0"/>
              <a:t>We tested the following (</a:t>
            </a:r>
            <a:r>
              <a:rPr lang="en-US" dirty="0" err="1"/>
              <a:t>robust_tmp</a:t>
            </a:r>
            <a:r>
              <a:rPr lang="en-US" dirty="0"/>
              <a:t> </a:t>
            </a:r>
            <a:r>
              <a:rPr lang="en-US" dirty="0" err="1"/>
              <a:t>dir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Gaussian blur (r = 1, 2, 3)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Lighting shifts (0.5, 0.8, 1.2, 1.5 scaling)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FCC2500E-975F-9F25-43E9-3F531A848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67700" y="1825625"/>
            <a:ext cx="3086100" cy="4351338"/>
          </a:xfrm>
        </p:spPr>
        <p:txBody>
          <a:bodyPr>
            <a:normAutofit/>
          </a:bodyPr>
          <a:lstStyle/>
          <a:p>
            <a:r>
              <a:rPr lang="en-US" dirty="0"/>
              <a:t>Normal face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Central occlusion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B39EFE-637E-8439-09DC-028DD9F8DE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999" y="2364581"/>
            <a:ext cx="1743075" cy="17430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1CAD1B-7818-515F-FB91-CD8DD51C28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109" y="2334419"/>
            <a:ext cx="1773237" cy="17732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4B64AE-51AC-CA67-2959-C1519306ED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17" y="2364581"/>
            <a:ext cx="1773237" cy="17732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EC6450F-3B5F-2417-E40A-7C49BB656C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463" y="2349499"/>
            <a:ext cx="1773237" cy="177323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3B5AB3-1366-D7D6-342E-D18ECA83AC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17" y="5041899"/>
            <a:ext cx="1612900" cy="16129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F7E4853-F1E7-6D80-C689-081BB5F38B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999" y="4961729"/>
            <a:ext cx="1743075" cy="17430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F3BF1A0-6E89-8038-10DB-74B68619697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108" y="5026817"/>
            <a:ext cx="1612900" cy="16129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8FA50BC-FE0D-0ECD-DA2E-2CFC2127FC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5270" y="5026817"/>
            <a:ext cx="1612900" cy="16129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1D0424F-7F65-E2EE-F919-3A5DEDBB6D8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382" y="5026817"/>
            <a:ext cx="1612900" cy="161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758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9389A3-B70A-5A7F-FA2B-1D68C0DE9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Results (ROC Curves)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8BFA83-8DB9-4614-F0A6-A0A71207F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FaceNet</a:t>
            </a:r>
            <a:r>
              <a:rPr lang="en-US" dirty="0"/>
              <a:t> AUC ≈ 0.993</a:t>
            </a:r>
          </a:p>
          <a:p>
            <a:endParaRPr lang="en-US" dirty="0"/>
          </a:p>
          <a:p>
            <a:r>
              <a:rPr lang="en-US" dirty="0" err="1"/>
              <a:t>ArcFace</a:t>
            </a:r>
            <a:r>
              <a:rPr lang="en-US" dirty="0"/>
              <a:t> AUC ≈ 0.990</a:t>
            </a:r>
          </a:p>
          <a:p>
            <a:endParaRPr lang="en-US" dirty="0"/>
          </a:p>
          <a:p>
            <a:r>
              <a:rPr lang="en-US" dirty="0" err="1"/>
              <a:t>AdaFace</a:t>
            </a:r>
            <a:r>
              <a:rPr lang="en-US" dirty="0"/>
              <a:t> AUC ≈ 0.947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1B4ADC-1C3B-ED8D-DC59-BD3AA7BB0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342078"/>
            <a:ext cx="6845300" cy="513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98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24834-B3F1-5B73-5ECC-FFC51E9F0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Results EER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802233-18DF-029F-0653-7AC5AB385B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6920275"/>
              </p:ext>
            </p:extLst>
          </p:nvPr>
        </p:nvGraphicFramePr>
        <p:xfrm>
          <a:off x="584199" y="2697480"/>
          <a:ext cx="5511801" cy="1463040"/>
        </p:xfrm>
        <a:graphic>
          <a:graphicData uri="http://schemas.openxmlformats.org/drawingml/2006/table">
            <a:tbl>
              <a:tblPr/>
              <a:tblGrid>
                <a:gridCol w="1837267">
                  <a:extLst>
                    <a:ext uri="{9D8B030D-6E8A-4147-A177-3AD203B41FA5}">
                      <a16:colId xmlns:a16="http://schemas.microsoft.com/office/drawing/2014/main" val="2965468891"/>
                    </a:ext>
                  </a:extLst>
                </a:gridCol>
                <a:gridCol w="1837267">
                  <a:extLst>
                    <a:ext uri="{9D8B030D-6E8A-4147-A177-3AD203B41FA5}">
                      <a16:colId xmlns:a16="http://schemas.microsoft.com/office/drawing/2014/main" val="2508486691"/>
                    </a:ext>
                  </a:extLst>
                </a:gridCol>
                <a:gridCol w="1837267">
                  <a:extLst>
                    <a:ext uri="{9D8B030D-6E8A-4147-A177-3AD203B41FA5}">
                      <a16:colId xmlns:a16="http://schemas.microsoft.com/office/drawing/2014/main" val="35678101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ROC AUC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EER (%)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070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FaceNet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0.993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3.25%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4046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highlight>
                            <a:srgbClr val="FFFF00"/>
                          </a:highlight>
                        </a:rPr>
                        <a:t>ArcFace</a:t>
                      </a:r>
                      <a:endParaRPr 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highlight>
                            <a:srgbClr val="FFFF00"/>
                          </a:highlight>
                        </a:rPr>
                        <a:t>0.990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2.20%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647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AdaFace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0.947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11.94%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11413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2D8E658-6EC7-3B8E-C968-499C8A0EC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628" y="1463035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349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BFC62-35B3-64D2-7D32-7BCF09819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Blur Robustness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FD541F-F1E0-8316-B8C1-4F6DC0B15D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28" y="1690688"/>
            <a:ext cx="5801784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124206-BC43-DE84-1097-DBEE059536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912" y="1690688"/>
            <a:ext cx="5852172" cy="4389129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5431C1AD-6D02-5D3B-31E6-31DC81976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FaceNet and ArcFace degrade gracefully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436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F5F97-DD92-C5FA-8F75-FDA068F62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Occlusion Robustness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0B6E5-8F14-BFF7-0825-61133E32C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08450" cy="4351338"/>
          </a:xfrm>
        </p:spPr>
        <p:txBody>
          <a:bodyPr/>
          <a:lstStyle/>
          <a:p>
            <a:r>
              <a:rPr lang="en-US" dirty="0"/>
              <a:t>All models collapse under occlusion</a:t>
            </a:r>
          </a:p>
          <a:p>
            <a:r>
              <a:rPr lang="en-US" dirty="0" err="1"/>
              <a:t>ArcFace</a:t>
            </a:r>
            <a:r>
              <a:rPr lang="en-US" dirty="0"/>
              <a:t> most robust</a:t>
            </a:r>
          </a:p>
          <a:p>
            <a:r>
              <a:rPr lang="en-US" dirty="0" err="1"/>
              <a:t>AdaFace</a:t>
            </a:r>
            <a:r>
              <a:rPr lang="en-US" dirty="0"/>
              <a:t> least robust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D3F186-E272-D4EB-4C14-84A5C7B959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5864" y="1690688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085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ED541-0085-8662-F0A9-5622B7A7D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Brightness Robustness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EEE00-10B3-4F23-407F-C08F61B28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7116" y="1554482"/>
            <a:ext cx="5562600" cy="4351338"/>
          </a:xfrm>
        </p:spPr>
        <p:txBody>
          <a:bodyPr/>
          <a:lstStyle/>
          <a:p>
            <a:r>
              <a:rPr lang="en-US" dirty="0"/>
              <a:t>All models resilient to brightness</a:t>
            </a:r>
          </a:p>
          <a:p>
            <a:r>
              <a:rPr lang="en-US" dirty="0" err="1"/>
              <a:t>ArcFace</a:t>
            </a:r>
            <a:r>
              <a:rPr lang="en-US" dirty="0"/>
              <a:t> and </a:t>
            </a:r>
            <a:r>
              <a:rPr lang="en-US" dirty="0" err="1"/>
              <a:t>FaceNet</a:t>
            </a:r>
            <a:r>
              <a:rPr lang="en-US" dirty="0"/>
              <a:t> nearly unchanged</a:t>
            </a:r>
          </a:p>
          <a:p>
            <a:r>
              <a:rPr lang="en-US" dirty="0" err="1"/>
              <a:t>AdaFace</a:t>
            </a:r>
            <a:r>
              <a:rPr lang="en-US" dirty="0"/>
              <a:t> converges towards baseline with mild lighting changes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038680-2DB3-D904-744A-BA64CBC82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14" y="1380485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581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CEB49-705D-BA0A-9F25-3AC0E8CD8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67038-B102-30EE-1C4F-516318EC0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FaceNet</a:t>
            </a:r>
            <a:r>
              <a:rPr lang="en-US" dirty="0"/>
              <a:t> best overall stability</a:t>
            </a:r>
          </a:p>
          <a:p>
            <a:r>
              <a:rPr lang="en-US" dirty="0" err="1"/>
              <a:t>ArcFace</a:t>
            </a:r>
            <a:r>
              <a:rPr lang="en-US" dirty="0"/>
              <a:t> best raw accuracy</a:t>
            </a:r>
          </a:p>
          <a:p>
            <a:r>
              <a:rPr lang="en-US" dirty="0" err="1"/>
              <a:t>AdaFace</a:t>
            </a:r>
            <a:r>
              <a:rPr lang="en-US" dirty="0"/>
              <a:t> performs poorly on LFW dataset without quality metadata</a:t>
            </a:r>
          </a:p>
          <a:p>
            <a:r>
              <a:rPr lang="en-US" dirty="0"/>
              <a:t>All models degrade hard when testing occlusion</a:t>
            </a:r>
          </a:p>
          <a:p>
            <a:r>
              <a:rPr lang="en-US" dirty="0"/>
              <a:t>Loss functions &amp; training datasets strongly affect robustness</a:t>
            </a:r>
          </a:p>
        </p:txBody>
      </p:sp>
    </p:spTree>
    <p:extLst>
      <p:ext uri="{BB962C8B-B14F-4D97-AF65-F5344CB8AC3E}">
        <p14:creationId xmlns:p14="http://schemas.microsoft.com/office/powerpoint/2010/main" val="2634165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07D86-FD11-AD67-2B20-59CB5800E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964B7-34A9-75D4-257A-637EC682E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LFW dataset is small and biases (only celebrities &amp; frontal profiles)</a:t>
            </a:r>
          </a:p>
          <a:p>
            <a:r>
              <a:rPr lang="en-US" dirty="0" err="1"/>
              <a:t>AdaFace</a:t>
            </a:r>
            <a:r>
              <a:rPr lang="en-US" dirty="0"/>
              <a:t> expects high-quality metadata during training</a:t>
            </a:r>
          </a:p>
          <a:p>
            <a:r>
              <a:rPr lang="en-US" dirty="0"/>
              <a:t>Robustness tests do not cover adversarial attacks</a:t>
            </a:r>
          </a:p>
          <a:p>
            <a:r>
              <a:rPr lang="en-US" dirty="0"/>
              <a:t>Only cosine similarity used; no classifier heads</a:t>
            </a:r>
          </a:p>
        </p:txBody>
      </p:sp>
    </p:spTree>
    <p:extLst>
      <p:ext uri="{BB962C8B-B14F-4D97-AF65-F5344CB8AC3E}">
        <p14:creationId xmlns:p14="http://schemas.microsoft.com/office/powerpoint/2010/main" val="657130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50D50-C33D-AEE5-4482-B802EC5B7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4C1CB-0FD6-B3AF-4CC0-6B46A8FFD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95000" cy="4351338"/>
          </a:xfrm>
        </p:spPr>
        <p:txBody>
          <a:bodyPr/>
          <a:lstStyle/>
          <a:p>
            <a:r>
              <a:rPr lang="en-US" dirty="0"/>
              <a:t>Use more modern, larger datasets (e.g., VGGFace2, </a:t>
            </a:r>
            <a:r>
              <a:rPr lang="en-US" dirty="0" err="1"/>
              <a:t>CelebA</a:t>
            </a:r>
            <a:r>
              <a:rPr lang="en-US" dirty="0"/>
              <a:t>, CFP-FP, </a:t>
            </a:r>
            <a:r>
              <a:rPr lang="en-US" dirty="0" err="1"/>
              <a:t>AgeDB</a:t>
            </a:r>
            <a:r>
              <a:rPr lang="en-US" dirty="0"/>
              <a:t>)</a:t>
            </a:r>
          </a:p>
          <a:p>
            <a:r>
              <a:rPr lang="en-US" dirty="0"/>
              <a:t>Test motion blur, Gaussian noise, partial rotations, etc.</a:t>
            </a:r>
          </a:p>
          <a:p>
            <a:r>
              <a:rPr lang="en-US" dirty="0"/>
              <a:t>Look into adversarial abilities:</a:t>
            </a:r>
          </a:p>
          <a:p>
            <a:pPr lvl="1"/>
            <a:r>
              <a:rPr lang="en-US" dirty="0"/>
              <a:t>Detecting face spoofing</a:t>
            </a:r>
          </a:p>
          <a:p>
            <a:pPr lvl="1"/>
            <a:r>
              <a:rPr lang="en-US" dirty="0"/>
              <a:t>Fast Gradient Sign Method (FGSM) or Projected Gradient Descent (PGD) Attacks</a:t>
            </a:r>
          </a:p>
        </p:txBody>
      </p:sp>
    </p:spTree>
    <p:extLst>
      <p:ext uri="{BB962C8B-B14F-4D97-AF65-F5344CB8AC3E}">
        <p14:creationId xmlns:p14="http://schemas.microsoft.com/office/powerpoint/2010/main" val="4080242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961E2-B4BB-ED9A-091D-716339C12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44FA4-6565-38E5-0160-4003BBD29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300" y="1536701"/>
            <a:ext cx="11811000" cy="47498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[1] F. Schroff, D. </a:t>
            </a:r>
            <a:r>
              <a:rPr lang="en-US" dirty="0" err="1"/>
              <a:t>Kalenichenko</a:t>
            </a:r>
            <a:r>
              <a:rPr lang="en-US" dirty="0"/>
              <a:t>, and J. Philbin, “</a:t>
            </a:r>
            <a:r>
              <a:rPr lang="en-US" dirty="0" err="1"/>
              <a:t>FaceNet</a:t>
            </a:r>
            <a:r>
              <a:rPr lang="en-US" dirty="0"/>
              <a:t>: A unified embedding for face recognition and clustering,” Proc. IEEE Conf. </a:t>
            </a:r>
            <a:r>
              <a:rPr lang="en-US" dirty="0" err="1"/>
              <a:t>Comput</a:t>
            </a:r>
            <a:r>
              <a:rPr lang="en-US" dirty="0"/>
              <a:t>. Vis. Pattern </a:t>
            </a:r>
            <a:r>
              <a:rPr lang="en-US" dirty="0" err="1"/>
              <a:t>Recognit</a:t>
            </a:r>
            <a:r>
              <a:rPr lang="en-US" dirty="0"/>
              <a:t>. (CVPR), 2015, pp. 815–823, </a:t>
            </a:r>
            <a:r>
              <a:rPr lang="en-US" dirty="0" err="1"/>
              <a:t>doi</a:t>
            </a:r>
            <a:r>
              <a:rPr lang="en-US" dirty="0"/>
              <a:t>: 10.1109/CVPR.2015.7298682.</a:t>
            </a:r>
          </a:p>
          <a:p>
            <a:pPr marL="0" indent="0">
              <a:buNone/>
            </a:pPr>
            <a:r>
              <a:rPr lang="en-US" dirty="0"/>
              <a:t>[2] J. Deng et al., “</a:t>
            </a:r>
            <a:r>
              <a:rPr lang="en-US" dirty="0" err="1"/>
              <a:t>ArcFace</a:t>
            </a:r>
            <a:r>
              <a:rPr lang="en-US" dirty="0"/>
              <a:t>: Additive angular margin loss for deep face recognition,” Proc. IEEE/CVF Conf. </a:t>
            </a:r>
            <a:r>
              <a:rPr lang="en-US" dirty="0" err="1"/>
              <a:t>Comput</a:t>
            </a:r>
            <a:r>
              <a:rPr lang="en-US" dirty="0"/>
              <a:t>. Vis. Pattern </a:t>
            </a:r>
            <a:r>
              <a:rPr lang="en-US" dirty="0" err="1"/>
              <a:t>Recognit</a:t>
            </a:r>
            <a:r>
              <a:rPr lang="en-US" dirty="0"/>
              <a:t>. (CVPR), 2019, pp. 4690–4699, </a:t>
            </a:r>
            <a:r>
              <a:rPr lang="en-US" dirty="0" err="1"/>
              <a:t>doi</a:t>
            </a:r>
            <a:r>
              <a:rPr lang="en-US" dirty="0"/>
              <a:t>: 10.1109/CVPR.2019.00482.</a:t>
            </a:r>
          </a:p>
          <a:p>
            <a:pPr marL="0" indent="0">
              <a:buNone/>
            </a:pPr>
            <a:r>
              <a:rPr lang="en-US" dirty="0"/>
              <a:t>[3] M. Kim, A. K. Jain, and X. Liu, “</a:t>
            </a:r>
            <a:r>
              <a:rPr lang="en-US" dirty="0" err="1"/>
              <a:t>AdaFace</a:t>
            </a:r>
            <a:r>
              <a:rPr lang="en-US" dirty="0"/>
              <a:t>: Quality adaptive margin for face recognition,” Proc. IEEE/CVF Conf. </a:t>
            </a:r>
            <a:r>
              <a:rPr lang="en-US" dirty="0" err="1"/>
              <a:t>Comput</a:t>
            </a:r>
            <a:r>
              <a:rPr lang="en-US" dirty="0"/>
              <a:t>. Vis. Pattern </a:t>
            </a:r>
            <a:r>
              <a:rPr lang="en-US" dirty="0" err="1"/>
              <a:t>Recognit</a:t>
            </a:r>
            <a:r>
              <a:rPr lang="en-US" dirty="0"/>
              <a:t>. (CVPR), 2022, pp. 18750–18759, </a:t>
            </a:r>
            <a:r>
              <a:rPr lang="en-US" dirty="0" err="1"/>
              <a:t>doi</a:t>
            </a:r>
            <a:r>
              <a:rPr lang="en-US" dirty="0"/>
              <a:t>: 10.1109/CVPR52688.2022.01822.</a:t>
            </a:r>
          </a:p>
          <a:p>
            <a:pPr marL="0" indent="0">
              <a:buNone/>
            </a:pPr>
            <a:r>
              <a:rPr lang="en-US" dirty="0"/>
              <a:t>[4] G. B. Huang, M. Ramesh, T. Berg, and E. Learned-Miller, “Labeled Faces in the Wild: A database for studying face recognition in unconstrained environments,” Univ. Massachusetts Amherst, Tech. Rep. 07-49, 2007.</a:t>
            </a:r>
          </a:p>
          <a:p>
            <a:pPr marL="0" indent="0">
              <a:buNone/>
            </a:pPr>
            <a:r>
              <a:rPr lang="en-US" dirty="0"/>
              <a:t>[5] J. Deng et al., “</a:t>
            </a:r>
            <a:r>
              <a:rPr lang="en-US" dirty="0" err="1"/>
              <a:t>RetinaFace</a:t>
            </a:r>
            <a:r>
              <a:rPr lang="en-US" dirty="0"/>
              <a:t>: Single-shot multi-level face </a:t>
            </a:r>
            <a:r>
              <a:rPr lang="en-US" dirty="0" err="1"/>
              <a:t>localisation</a:t>
            </a:r>
            <a:r>
              <a:rPr lang="en-US" dirty="0"/>
              <a:t> in the wild,” Proc. IEEE/CVF Conf. </a:t>
            </a:r>
            <a:r>
              <a:rPr lang="en-US" dirty="0" err="1"/>
              <a:t>Comput</a:t>
            </a:r>
            <a:r>
              <a:rPr lang="en-US" dirty="0"/>
              <a:t>. Vis. Pattern </a:t>
            </a:r>
            <a:r>
              <a:rPr lang="en-US" dirty="0" err="1"/>
              <a:t>Recognit</a:t>
            </a:r>
            <a:r>
              <a:rPr lang="en-US" dirty="0"/>
              <a:t>. (CVPR), 2020, pp. 5203–5212, </a:t>
            </a:r>
            <a:r>
              <a:rPr lang="en-US" dirty="0" err="1"/>
              <a:t>doi</a:t>
            </a:r>
            <a:r>
              <a:rPr lang="en-US" dirty="0"/>
              <a:t>: 10.1109/CVPR42600.2020.00525.</a:t>
            </a:r>
          </a:p>
        </p:txBody>
      </p:sp>
    </p:spTree>
    <p:extLst>
      <p:ext uri="{BB962C8B-B14F-4D97-AF65-F5344CB8AC3E}">
        <p14:creationId xmlns:p14="http://schemas.microsoft.com/office/powerpoint/2010/main" val="3989511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761</Words>
  <Application>Microsoft Office PowerPoint</Application>
  <PresentationFormat>Widescreen</PresentationFormat>
  <Paragraphs>97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Robustness Comparison of State-of-the-Art Face Recognition Models</vt:lpstr>
      <vt:lpstr>Topic Significance – Robust Facial Recognition</vt:lpstr>
      <vt:lpstr>Problem Statement</vt:lpstr>
      <vt:lpstr>Models Evaluated</vt:lpstr>
      <vt:lpstr>“Labeled Faces in the Wild” Dataset</vt:lpstr>
      <vt:lpstr>Methodology</vt:lpstr>
      <vt:lpstr>Robustness Tests</vt:lpstr>
      <vt:lpstr>Baseline Results (ROC Curves)</vt:lpstr>
      <vt:lpstr>Baseline Results EER Table</vt:lpstr>
      <vt:lpstr>Blur Robustness</vt:lpstr>
      <vt:lpstr>Occlusion Robustness</vt:lpstr>
      <vt:lpstr>Brightness Robustness</vt:lpstr>
      <vt:lpstr>Conclusion</vt:lpstr>
      <vt:lpstr>Limitations</vt:lpstr>
      <vt:lpstr>Future Work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Colin Lightfoot</dc:creator>
  <cp:lastModifiedBy>Colin Lightfoot</cp:lastModifiedBy>
  <cp:revision>1</cp:revision>
  <dcterms:created xsi:type="dcterms:W3CDTF">2025-11-29T23:20:15Z</dcterms:created>
  <dcterms:modified xsi:type="dcterms:W3CDTF">2025-11-30T19:28:10Z</dcterms:modified>
</cp:coreProperties>
</file>